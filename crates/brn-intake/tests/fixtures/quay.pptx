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9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only: Leena must confirm the crane by 14 October.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treat a berth count as arrival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Dock review is pending.</a:t>
            </a:r>
          </a:p>
        </p:txBody>
      </p:sp>
      <p:pic>
        <p:nvPicPr>
          <p:cNvPr id="3" name="Picture 2" descr="Authored pier capacity illustration" title="Quay berth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2743200" cy="13716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6576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Dock review is pending.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914400"/>
            <a:ext cx="5486400" cy="914400"/>
            <a:chOff x="457200" y="914400"/>
            <a:chExt cx="5486400" cy="914400"/>
          </a:xfrm>
        </p:grpSpPr>
        <p:sp>
          <p:nvSpPr>
            <p:cNvPr id="4" name="TextBox 3" hidden="1"/>
            <p:cNvSpPr txBox="1"/>
            <p:nvPr/>
          </p:nvSpPr>
          <p:spPr>
            <a:xfrm>
              <a:off x="457200" y="914400"/>
              <a:ext cx="5486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Inspect pier A</a:t>
              </a:r>
              <a:br/>
              <a:r>
                <a:t>before cargo arrival.</a:t>
              </a:r>
            </a:p>
            <a:p>
              <a:r>
                <a:t>Display date: </a:t>
              </a:r>
              <a:fld id="{00112233-4455-6677-8899-AABBCCDDEEFF}" type="datetime1">
                <a:t>14 October</a:t>
              </a:fld>
              <a:unsupported/>
            </a:p>
          </p:txBody>
        </p:sp>
      </p:grp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r>
                        <a:t>Pier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Authored pier capacity illustration" title="Quay berth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2743200" cy="1371600"/>
          </a:xfrm>
          <a:prstGeom prst="rect">
            <a:avLst/>
          </a:prstGeom>
        </p:spPr>
      </p:pic>
      <p:contentPart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