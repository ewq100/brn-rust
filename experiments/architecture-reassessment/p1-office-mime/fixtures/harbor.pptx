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Available inspection slots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12 October</c:v>
                </c:pt>
                <c:pt idx="1">
                  <c:v>13 October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note: ask Mira to book the inspection by 12 October.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Harbor decision and dependencies</a:t>
            </a:r>
          </a:p>
        </p:txBody>
      </p:sp>
      <p:pic>
        <p:nvPicPr>
          <p:cNvPr id="3" name="Picture 2" descr="Water savings evidence" title="Primary water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023360" cy="2235200"/>
          </a:xfrm>
          <a:prstGeom prst="rect">
            <a:avLst/>
          </a:prstGeom>
        </p:spPr>
      </p:pic>
      <p:pic>
        <p:nvPicPr>
          <p:cNvPr id="4" name="Picture 3" descr="Water savings evidence" title="Repeated water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235200"/>
          </a:xfrm>
          <a:prstGeom prst="rect">
            <a:avLst/>
          </a:prstGeom>
        </p:spPr>
      </p:pic>
      <p:sp>
        <p:nvSpPr>
          <p:cNvPr id="5" name="Rounded Rectangle 4" title="Not a picture: dependency gate"/>
          <p:cNvSpPr/>
          <p:nvPr/>
        </p:nvSpPr>
        <p:spPr>
          <a:xfrm>
            <a:off x="457200" y="3657600"/>
            <a:ext cx="804672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CRITICAL: installation may start only after valve inspection.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Visual-only scheduling evidence: inspection capacity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0972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