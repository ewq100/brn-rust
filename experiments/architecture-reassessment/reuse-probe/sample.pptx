
<file path=[Content_Types].xml><?xml version="1.0" encoding="utf-8"?>
<Types xmlns="http://schemas.openxmlformats.org/package/2006/content-types"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0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t>Notes sentinel</a:t>
            </a:r>
          </a:p>
        </p:txBody>
      </p:sp>
    </p:spTree>
  </p:cSld>
</p:notes>
</file>

<file path=ppt/slides/_rels/slide1.xml.rels>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group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 sentinel</a:t>
            </a:r>
          </a:p>
        </p:txBody>
      </p:sp>
      <p:pic>
        <p:nvPicPr>
          <p:cNvPr id="3" name="image" descr="Image alt" title="Image titl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00" cy="10000"/>
          </a:xfrm>
        </p:spPr>
      </p:pic>
    </p:spTree>
  </p:cSld>
</p:sld>
</file>